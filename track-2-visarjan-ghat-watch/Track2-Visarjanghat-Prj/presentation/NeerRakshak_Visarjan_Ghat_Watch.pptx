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03520" cy="4572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BHOPAL IMPACT LAB 2026 · TRACK 2: VISARJAN GHAT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Visarjan Ghat Watch</a:t>
            </a:r>
            <a:br/>
            <a:r>
              <a:t>(विसर्जन घाट वॉच)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Turning 3 Years of Buried MPPCB Water Tests into an Auditable Action Plan for Bhopal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Team: NeerRakshak   |   Lead: Anoop Shukla (anoopshuklanew00@gmail.com)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Target Decision: BMC Resource Allocation for Durga Visarjan (20 October 2026 — 9 Days Remaining)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BHOPAL IMPACT LAB 2026 · TRACK 2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The Crisis Behind Bhopal's Immersion Ghats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4 Anoxic Events (0.0 mg/l DO)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Dissolved Oxygen hit 0 mg/l four times at Bairagarh Kund across 2023-2025. Water at zero oxygen supports no fish life.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89.3% Organic BOD Failure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100 of 112 Biochemical Oxygen Demand readings exceed statutory limits (&lt;= 3.0 mg/l). Median BOD is 6.4 mg/l (Peak: 22.0 mg/l).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11680"/>
            <a:ext cx="2560320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36.2% Oxygen Depletion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42 of 116 Dissolved Oxygen tests fail CPCB Class B outdoor bathing criteria (&gt;= 5.0 mg/l), creating acute ecological dead-zones.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2560320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182880" r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9 Days to Durga Visarjan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NGT has banned immersion in Upper/Lower lakes. On 20 Oct 2026, BMC officers must allocate aeration, skimmers &amp; bunds without guesswork.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2011680"/>
            <a:ext cx="2560320" cy="1371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BHOPAL IMPACT LAB 2026 · TRACK 2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Visarjan Ghat Watch: Evidence-Based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47857"/>
                </a:solidFill>
              </a:defRPr>
            </a:pPr>
            <a:r>
              <a:t>1. Multi-Criteria Risk Scoring (MCDA)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Combines DO deficit, BOD organic spike, and pH deviation into a normalized 0-100 composite risk score, ranking all 7 ghats from Critical to Controlled.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47857"/>
                </a:solidFill>
              </a:defRPr>
            </a:pPr>
            <a:r>
              <a:t>2. Real-Time Sensitivity Sliders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Enables administrative officers to drag weight sliders (DO, BOD, pH) to simulate changing environmental priorities and re-rank ghats in 0.1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47857"/>
                </a:solidFill>
              </a:defRPr>
            </a:pPr>
            <a:r>
              <a:t>3. 100% Traceability &amp; Auditability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Every test links directly to its source annual MPPCB PDF report and exact page number, ensuring decisions are legally defensible in court/NGT.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47857"/>
                </a:solidFill>
              </a:defRPr>
            </a:pPr>
            <a:r>
              <a:t>4. Dynamic Ingestion &amp; New Kund Onboarding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Field inspectors can upload batch multi-parameter Excel/CSV sheets or onboard newly constructed containment kunds with instant automatic re-ranking.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BHOPAL IMPACT LAB 2026 · TRACK 2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Production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Backend Core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Python 3.10+</a:t>
            </a:r>
            <a:br/>
            <a:r>
              <a:t>Flask Web Server</a:t>
            </a:r>
            <a:br/>
            <a:r>
              <a:t>SQLite Zero-Config DB</a:t>
            </a:r>
            <a:br/>
            <a:r>
              <a:t>REST API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01168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Analytics Engine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Pandas &amp; NumPy</a:t>
            </a:r>
            <a:br/>
            <a:r>
              <a:t>MCDA Risk Calculator</a:t>
            </a:r>
            <a:br/>
            <a:r>
              <a:t>CPCB Class B Rules</a:t>
            </a:r>
            <a:br/>
            <a:r>
              <a:t>Automated YoY Deltas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Frontend &amp; GIS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TailwindCSS &amp; Jinja2</a:t>
            </a:r>
            <a:br/>
            <a:r>
              <a:t>Chart.js Trends</a:t>
            </a:r>
            <a:br/>
            <a:r>
              <a:t>Leaflet.js GIS Map</a:t>
            </a:r>
            <a:br/>
            <a:r>
              <a:t>Bilingual Switcher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Zero-Config DevOps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Windows 1-Click Launcher</a:t>
            </a:r>
            <a:br/>
            <a:r>
              <a:t>run.bat automated venv</a:t>
            </a:r>
            <a:br/>
            <a:r>
              <a:t>7-Step Self Diagnostics</a:t>
            </a:r>
            <a:br/>
            <a:r>
              <a:t>test_system.py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BHOPAL IMPACT LAB 2026 · TRACK 2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Bhopal Ghat Priority Ranking &amp; Scientific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#1  Bairagarh (Sant Hirdaram) kund   [Score: 69.7 | CRITICAL] — DO hit 0.0 mg/l 4 times; 100% BOD violations; stagnant mineralized kund.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#2  Shahpura lake ghat   [Score: 26.6 | HIGH] — 100% BOD violations (18/18 tests); DO fell to 2.5 mg/l in Durga 2025.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#3  Malikhedi kund   [Score: 23.5 | HIGH] — Post-immersion organic surge (BOD jumped 1.6 -&gt; 16.8 mg/l in 2023).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0332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#4  Rani Kamlapati / Kamla Park   [Score: 20.0 | HIGH] — Chronically polluted Lower Lake; DO stayed at ~2.5 mg/l in Durga 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#5  Hathaikheda dam / kund   [Score: 19.1 | MODERATE] — Extreme BOD surge (22.0 mg/l); alkaline pH 8.92; dam reservoir.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#6  Khatlapura ghat   [Score: 17.0 | MODERATE] — Baseline Lower Lake pollution; metal &amp; conductivity spike in Ganesh 2024.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047857"/>
                </a:solidFill>
              </a:defRPr>
            </a:pPr>
            <a:r>
              <a:t>#7  Prempura ghat   [Score: 6.3 | LOW] — Consistently the cleanest natural lake ghat; lowest median BOD (3.2 mg/l).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BHOPAL IMPACT LAB 2026 · TRACK 2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100% Dynamic Architecture: Ingestion to Instant Re-ranking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047857"/>
                </a:solidFill>
              </a:defRPr>
            </a:pPr>
            <a:r>
              <a:t>Multi-Parameter Bulk Ingestion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Upload batch CSV or Excel sheets (.xlsx) covering all 13 parameters in a single file. Supports Long and Wide formats with smart context overrides.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047857"/>
                </a:solidFill>
              </a:defRPr>
            </a:pPr>
            <a:r>
              <a:t>Dynamic Ghat Onboarding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Register newly constructed artificial kunds with GPS coordinates. The system automatically creates a dedicated deep-dive trends page with default banners.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600" b="1">
                <a:solidFill>
                  <a:srgbClr val="047857"/>
                </a:solidFill>
              </a:defRPr>
            </a:pPr>
            <a:r>
              <a:t>Instant Recalculation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Every newly entered sample or uploaded sheet automatically triggers the MCDA engine, recalculates scores, and re-sorts priority rankings in &lt; 1 second.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BHOPAL IMPACT LAB 2026 · TRACK 2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Core Innovations &amp; Unique Selling Propositions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1. Judicial Auditability (100% Traceability)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No black-box hallucinations. Clicking any test reading opens the official MPPCB annual technical report at the exact page number, ready for court scrutiny.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2. Interactive Administrative Agency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Municipal engineers are not locked into static outputs; dynamic sliders empower real-time adjustment of DO, BOD, and pH priorities.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3. Bilingual Decision Memo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 forwardable bilingual executive memo formatted for WhatsApp/Email sharing or 1-click administrative printing for senior decision-makers.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4. Grounded Conversational AI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 context-grounded bilingual assistant answering complex queries strictly from MPPCB records with phonetic Hinglish matching.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BHOPAL IMPACT LAB 2026 · TRACK 2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Structured 3-Minute Live Demonstration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47857"/>
                </a:solidFill>
              </a:defRPr>
            </a:pPr>
            <a:r>
              <a:t>Step 1: The Problem (0:00 - 0:45)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Launch localhost:5000 via run.bat. Highlight the 4 KPI cards: 4 zero DO readings at Bairagarh and 89.3% statewide BOD organic pollution.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47857"/>
                </a:solidFill>
              </a:defRPr>
            </a:pPr>
            <a:r>
              <a:t>Step 2: Dynamic Sliders (0:45 - 1:15)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Drag DO slider from 50% to 70%. Show how rankings and Chart.js bar chart re-order live in 0.1 seconds based on MCDA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47857"/>
                </a:solidFill>
              </a:defRPr>
            </a:pPr>
            <a:r>
              <a:t>Step 3: Deep-Dive &amp; Traceability (1:15 - 2:00)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Open 'View Trends' on Bairagarh. Filter historical readings by year/festival. Click 'Page 28 PDF' to open the original scanned MPPCB document.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47857"/>
                </a:solidFill>
              </a:defRPr>
            </a:pPr>
            <a:r>
              <a:t>Step 4: Dynamic Bulk Ingestion (2:00 - 2:30)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Open 'Import Water Quality Data' modal. Upload multi-parameter spreadsheet and demonstrate automated ranking recalculation.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047857"/>
                </a:solidFill>
              </a:defRPr>
            </a:pPr>
            <a:r>
              <a:t>Step 5: Bilingual AI Assistant (2:30 - 3:00)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Ask chatbot: 'bairagadh ka pani kaisa hai?' Show instant grounded response with verified MPPCB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BHOPAL IMPACT LAB 2026 · TRACK 2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Empowering Bhopal's Water Heritage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45720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Operational Ready for 20 October 2026 Durga Visarjan</a:t>
            </a:r>
          </a:p>
          <a:p>
            <a:br/>
            <a:pPr>
              <a:defRPr sz="1500">
                <a:solidFill>
                  <a:srgbClr val="E2E8F0"/>
                </a:solidFill>
              </a:defRPr>
            </a:pPr>
            <a:r>
              <a:t>• 100% Open Source: Offered to Government of Madhya Pradesh &amp; MPSeDC.</a:t>
            </a:r>
            <a:br/>
            <a:r>
              <a:t>• Zero API Dependencies: Operates entirely locally with high reliability.</a:t>
            </a:r>
            <a:br/>
            <a:r>
              <a:t>• Extensible Blueprint: Architecture ready for 100+ immersion sites across MP.</a:t>
            </a:r>
            <a:br/>
            <a:br/>
            <a:r>
              <a:t>Team NeerRakshak: Anoop Shukla (anoopshuklanew00@gmail.com)</a:t>
            </a:r>
            <a:br/>
            <a:r>
              <a:t>GitHub: https://github.com/AnoopShukla-ProjectWorld/claude-community-bhopal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